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0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60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oleObject" Target="../embeddings/oleObject4.bin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10.w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oleObject" Target="../embeddings/oleObject6.bin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19.w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oleObject" Target="../embeddings/oleObject6.bin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19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0.wmf"/><Relationship Id="rId4" Type="http://schemas.openxmlformats.org/officeDocument/2006/relationships/image" Target="../media/image29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w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2.png"/><Relationship Id="rId4" Type="http://schemas.openxmlformats.org/officeDocument/2006/relationships/image" Target="../media/image31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4.png"/><Relationship Id="rId4" Type="http://schemas.openxmlformats.org/officeDocument/2006/relationships/image" Target="../media/image33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graphicFrame>
        <p:nvGraphicFramePr>
          <p:cNvPr id="143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98080"/>
              </p:ext>
            </p:extLst>
          </p:nvPr>
        </p:nvGraphicFramePr>
        <p:xfrm>
          <a:off x="2101534" y="2770188"/>
          <a:ext cx="8801398" cy="2033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47204" imgH="889046" progId="">
                  <p:embed/>
                </p:oleObj>
              </mc:Choice>
              <mc:Fallback>
                <p:oleObj name="Equation" r:id="rId3" imgW="3847204" imgH="889046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1534" y="2770188"/>
                        <a:ext cx="8801398" cy="20330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graphicFrame>
        <p:nvGraphicFramePr>
          <p:cNvPr id="145411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75213071"/>
              </p:ext>
            </p:extLst>
          </p:nvPr>
        </p:nvGraphicFramePr>
        <p:xfrm>
          <a:off x="3733623" y="2011680"/>
          <a:ext cx="4785714" cy="8674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623" y="2011680"/>
                        <a:ext cx="4785714" cy="8674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>
                <a:sym typeface="Wingdings"/>
              </a:rPr>
              <a:t>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>
                <a:sym typeface="Wingdings"/>
              </a:rPr>
              <a:t>Binomial 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graphicFrame>
        <p:nvGraphicFramePr>
          <p:cNvPr id="147459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61546922"/>
              </p:ext>
            </p:extLst>
          </p:nvPr>
        </p:nvGraphicFramePr>
        <p:xfrm>
          <a:off x="3703003" y="1617028"/>
          <a:ext cx="4573752" cy="828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3003" y="1617028"/>
                        <a:ext cx="4573752" cy="8289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76"/>
          <a:stretch/>
        </p:blipFill>
        <p:spPr>
          <a:xfrm>
            <a:off x="1489269" y="134256"/>
            <a:ext cx="8681098" cy="628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73"/>
          <a:stretch/>
        </p:blipFill>
        <p:spPr>
          <a:xfrm>
            <a:off x="1433285" y="264885"/>
            <a:ext cx="9533925" cy="578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67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graphicFrame>
        <p:nvGraphicFramePr>
          <p:cNvPr id="149508" name="Object 9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24425" y="4114800"/>
          <a:ext cx="2514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231" imgH="456924" progId="">
                  <p:embed/>
                </p:oleObj>
              </mc:Choice>
              <mc:Fallback>
                <p:oleObj name="Equation" r:id="rId3" imgW="1257231" imgH="456924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4425" y="4114800"/>
                        <a:ext cx="2514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graphicFrame>
        <p:nvGraphicFramePr>
          <p:cNvPr id="157699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3999975"/>
              </p:ext>
            </p:extLst>
          </p:nvPr>
        </p:nvGraphicFramePr>
        <p:xfrm>
          <a:off x="3468130" y="4590536"/>
          <a:ext cx="38100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8130" y="4590536"/>
                        <a:ext cx="38100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>
                <a:sym typeface="Symbol" pitchFamily="18" charset="2"/>
              </a:rPr>
              <a:t>2]=1-P[X=0]-P[X=1]=0.3410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graphicFrame>
        <p:nvGraphicFramePr>
          <p:cNvPr id="15974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5106988" y="1905000"/>
          <a:ext cx="201930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22890" imgH="457200" progId="">
                  <p:embed/>
                </p:oleObj>
              </mc:Choice>
              <mc:Fallback>
                <p:oleObj name="Equation" r:id="rId3" imgW="1422890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1905000"/>
                        <a:ext cx="201930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9748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5106988" y="2514600"/>
          <a:ext cx="203835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5575" imgH="457200" progId="">
                  <p:embed/>
                </p:oleObj>
              </mc:Choice>
              <mc:Fallback>
                <p:oleObj name="Equation" r:id="rId5" imgW="1435575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2514600"/>
                        <a:ext cx="203835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6029325"/>
            <a:ext cx="274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3883025"/>
            <a:ext cx="50927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pic>
        <p:nvPicPr>
          <p:cNvPr id="163843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291" y="3812333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pic>
        <p:nvPicPr>
          <p:cNvPr id="165891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5715" y="206323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pic>
        <p:nvPicPr>
          <p:cNvPr id="16793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2357" y="201930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6750" y="4538568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pic>
        <p:nvPicPr>
          <p:cNvPr id="169987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071" y="2303105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352" y="5330867"/>
            <a:ext cx="3276600" cy="95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pic>
          <p:nvPicPr>
            <p:cNvPr id="179202" name="Picture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28913" y="2347914"/>
              <a:ext cx="6172200" cy="1431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>
                  <a:sym typeface="Wingdings" charset="2"/>
                </a:rPr>
                <a:t>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0426" y="4125439"/>
            <a:ext cx="2278063" cy="105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900" y="5897173"/>
            <a:ext cx="2963863" cy="582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7885" y="2832085"/>
              <a:ext cx="5671456" cy="6584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544836-8B04-D983-0E0E-A579EE0009F3}"/>
                </a:ext>
              </a:extLst>
            </p:cNvPr>
            <p:cNvSpPr txBox="1"/>
            <p:nvPr/>
          </p:nvSpPr>
          <p:spPr>
            <a:xfrm>
              <a:off x="7292262" y="2659084"/>
              <a:ext cx="476412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pic>
        <p:nvPicPr>
          <p:cNvPr id="18329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613" y="1713463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3301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5213" y="3158089"/>
            <a:ext cx="6235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368061340"/>
              </p:ext>
            </p:extLst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76206557"/>
              </p:ext>
            </p:extLst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011272"/>
              </p:ext>
            </p:extLst>
          </p:nvPr>
        </p:nvGraphicFramePr>
        <p:xfrm>
          <a:off x="4818820" y="4919723"/>
          <a:ext cx="2554360" cy="905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18820" y="4919723"/>
                        <a:ext cx="2554360" cy="9057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graphicFrame>
        <p:nvGraphicFramePr>
          <p:cNvPr id="7172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90098713"/>
              </p:ext>
            </p:extLst>
          </p:nvPr>
        </p:nvGraphicFramePr>
        <p:xfrm>
          <a:off x="3200400" y="3895533"/>
          <a:ext cx="5410200" cy="1055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46300" imgH="419100" progId="Equation.DSMT4">
                  <p:embed/>
                </p:oleObj>
              </mc:Choice>
              <mc:Fallback>
                <p:oleObj name="Equation" r:id="rId3" imgW="21463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3895533"/>
                        <a:ext cx="5410200" cy="1055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5246496"/>
            <a:ext cx="2341563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>
                <a:sym typeface="Symbol" charset="2"/>
              </a:rPr>
              <a:t>2]=P[X=0]+P[X=1]+P[X=2]=</a:t>
            </a:r>
          </a:p>
        </p:txBody>
      </p:sp>
      <p:graphicFrame>
        <p:nvGraphicFramePr>
          <p:cNvPr id="8196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1524000" y="5334001"/>
          <a:ext cx="4267200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22500" imgH="419100" progId="Equation.DSMT4">
                  <p:embed/>
                </p:oleObj>
              </mc:Choice>
              <mc:Fallback>
                <p:oleObj name="Equation" r:id="rId3" imgW="22225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5334001"/>
                        <a:ext cx="4267200" cy="804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463" y="5114925"/>
            <a:ext cx="44958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76" y="4392386"/>
            <a:ext cx="3021012" cy="188322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>
                <a:sym typeface="Wingdings"/>
              </a:rPr>
              <a:t>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pic>
        <p:nvPicPr>
          <p:cNvPr id="207875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61731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556" y="5027477"/>
            <a:ext cx="4945062" cy="54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975" y="5024047"/>
            <a:ext cx="3733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0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1390986"/>
            <a:ext cx="91440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1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4892484"/>
            <a:ext cx="9144000" cy="95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3239" y="5922241"/>
            <a:ext cx="6165041" cy="955675"/>
          </a:xfrm>
          <a:prstGeom prst="rect">
            <a:avLst/>
          </a:prstGeom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pic>
        <p:nvPicPr>
          <p:cNvPr id="214019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752" y="1149920"/>
            <a:ext cx="53467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0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519" y="4045520"/>
            <a:ext cx="5486400" cy="137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519" y="5791131"/>
            <a:ext cx="6248400" cy="73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514600"/>
            <a:ext cx="2552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063" y="3035300"/>
            <a:ext cx="2997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3963988"/>
            <a:ext cx="3416300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pic>
        <p:nvPicPr>
          <p:cNvPr id="220164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852351" y="3120729"/>
            <a:ext cx="6670704" cy="1070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pic>
        <p:nvPicPr>
          <p:cNvPr id="222210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943225" y="1360488"/>
            <a:ext cx="5867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3117850"/>
            <a:ext cx="2768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13973</TotalTime>
  <Words>2262</Words>
  <Application>Microsoft Macintosh PowerPoint</Application>
  <PresentationFormat>Widescreen</PresentationFormat>
  <Paragraphs>276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101</cp:revision>
  <dcterms:created xsi:type="dcterms:W3CDTF">2018-09-30T16:59:02Z</dcterms:created>
  <dcterms:modified xsi:type="dcterms:W3CDTF">2025-09-19T03:58:50Z</dcterms:modified>
</cp:coreProperties>
</file>