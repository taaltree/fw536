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4" r:id="rId9"/>
    <p:sldId id="266" r:id="rId10"/>
    <p:sldId id="338" r:id="rId11"/>
    <p:sldId id="267" r:id="rId12"/>
    <p:sldId id="268" r:id="rId13"/>
    <p:sldId id="269" r:id="rId14"/>
    <p:sldId id="271" r:id="rId15"/>
    <p:sldId id="272" r:id="rId16"/>
    <p:sldId id="315" r:id="rId17"/>
    <p:sldId id="316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313" r:id="rId27"/>
    <p:sldId id="314" r:id="rId28"/>
    <p:sldId id="317" r:id="rId29"/>
    <p:sldId id="283" r:id="rId30"/>
    <p:sldId id="284" r:id="rId31"/>
    <p:sldId id="285" r:id="rId32"/>
    <p:sldId id="286" r:id="rId33"/>
    <p:sldId id="287" r:id="rId34"/>
    <p:sldId id="318" r:id="rId35"/>
    <p:sldId id="258" r:id="rId36"/>
    <p:sldId id="340" r:id="rId37"/>
    <p:sldId id="339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12" r:id="rId48"/>
    <p:sldId id="330" r:id="rId49"/>
    <p:sldId id="331" r:id="rId50"/>
    <p:sldId id="333" r:id="rId51"/>
    <p:sldId id="335" r:id="rId52"/>
    <p:sldId id="26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2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5.w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7.w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6.w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2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3.wmf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0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1.wmf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4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5.wmf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5.wmf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e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</a:t>
            </a:r>
            <a:r>
              <a:rPr lang="en-US" altLang="en-US" sz="4000" b="1">
                <a:latin typeface="Arial" charset="0"/>
                <a:ea typeface="Arial" charset="0"/>
                <a:cs typeface="Arial" charset="0"/>
              </a:rPr>
              <a:t>Fall 2024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Pre-course exam (50 points, scored generously)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Nine problem sets, one per session (20 points each, 180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https://images-na.ssl-images-amazon.com/images/I/31u9N2X5r8L._SX322_BO1,204,203,200_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images-na.ssl-images-amazon.com/images/I/51XOcl4OxJL._SX352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images-na.ssl-images-amazon.com/images/I/41kftfun6qL._SX350_BO1,204,203,20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images-na.ssl-images-amazon.com/images/I/51WB04KqNOL._SX404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images-na.ssl-images-amazon.com/images/I/51jDoyeOrDL._SX405_BO1,204,203,200_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images-na.ssl-images-amazon.com/images/I/51Qk2MOCfWL._SX312_BO1,204,203,200_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mage result for cookbook julia chil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https://images-na.ssl-images-amazon.com/images/I/41kftfun6qL._SX350_BO1,204,203,200_.jpg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math problem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mage result for bayes rul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endParaRPr lang="en-US" i="1" dirty="0"/>
          </a:p>
        </p:txBody>
      </p:sp>
      <p:pic>
        <p:nvPicPr>
          <p:cNvPr id="119810" name="Picture 2" descr="http://fishingnoob.com/wp-content/uploads/2007/11/laterallineontrou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http://3.bp.blogspot.com/_PsKY4RgJMkw/SbcWbL2B9YI/AAAAAAAABEo/SsKPVLnszWs/s400/BlueWhal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http://www.lakesuperiorstreams.org/understanding/images/fatheadminnow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3857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6184</TotalTime>
  <Words>2320</Words>
  <Application>Microsoft Macintosh PowerPoint</Application>
  <PresentationFormat>Widescreen</PresentationFormat>
  <Paragraphs>329</Paragraphs>
  <Slides>52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2024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Key terms moving forward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78</cp:revision>
  <dcterms:created xsi:type="dcterms:W3CDTF">2020-12-09T20:59:16Z</dcterms:created>
  <dcterms:modified xsi:type="dcterms:W3CDTF">2025-09-19T04:16:28Z</dcterms:modified>
</cp:coreProperties>
</file>